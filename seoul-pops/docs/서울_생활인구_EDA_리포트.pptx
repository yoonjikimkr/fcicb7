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서울 생활인구 데이터 탐색적 분석 (EDA)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7F7F"/>
                </a:solidFill>
              </a:rPr>
              <a:t>2026년 01월 데이터 기준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1. 데이터 포맷 및 효율성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CSV 크기: 613 MB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Parquet 크기: 129 MB
</a:t>
            </a:r>
            <a:pPr indent="0" marL="0">
              <a:buNone/>
            </a:pPr>
            <a:r>
              <a:rPr lang="en-US" sz="1800" b="1" dirty="0">
                <a:solidFill>
                  <a:srgbClr val="008000"/>
                </a:solidFill>
              </a:rPr>
              <a:t>효율성: 약 79% 공간 절약 달성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2. 구별 생활인구 상위 10개</a:t>
            </a:r>
            <a:endParaRPr lang="en-US" sz="2400" dirty="0"/>
          </a:p>
        </p:txBody>
      </p:sp>
      <p:pic>
        <p:nvPicPr>
          <p:cNvPr id="3" name="Image 0" descr="docs/images/top_10_g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120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Insight: 강남, 송파, 서초 등 강남 3구가 압도적으로 높은 생활인구를 기록함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3. 행정동별 생활인구 상위 15개</a:t>
            </a:r>
            <a:endParaRPr lang="en-US" sz="2400" dirty="0"/>
          </a:p>
        </p:txBody>
      </p:sp>
      <p:pic>
        <p:nvPicPr>
          <p:cNvPr id="3" name="Image 0" descr="docs/images/top_15_d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120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Insight: 역삼1동과 여의동이 비즈니스 중심지로서 독보적인 1, 2위 차지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4. 서울시 전체 시간대별 흐름</a:t>
            </a:r>
            <a:endParaRPr lang="en-US" sz="2400" dirty="0"/>
          </a:p>
        </p:txBody>
      </p:sp>
      <p:pic>
        <p:nvPicPr>
          <p:cNvPr id="3" name="Image 0" descr="docs/images/hour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4-2. 주요 구/동 시간대별 비교</a:t>
            </a:r>
            <a:endParaRPr lang="en-US" sz="2400" dirty="0"/>
          </a:p>
        </p:txBody>
      </p:sp>
      <p:pic>
        <p:nvPicPr>
          <p:cNvPr id="3" name="Image 0" descr="docs/images/hourly_trend_top_g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206240" cy="3200400"/>
          </a:xfrm>
          <a:prstGeom prst="rect">
            <a:avLst/>
          </a:prstGeom>
        </p:spPr>
      </p:pic>
      <p:pic>
        <p:nvPicPr>
          <p:cNvPr id="4" name="Image 1" descr="docs/images/hourly_trend_top_d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20624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강남구/역삼1동 등 업무지구는 낮 시간대 피크가 뚜렷하며, 주거지역은 변동폭이 완만함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 연령 및 성별 분포</a:t>
            </a:r>
            <a:endParaRPr lang="en-US" sz="2400" dirty="0"/>
          </a:p>
        </p:txBody>
      </p:sp>
      <p:pic>
        <p:nvPicPr>
          <p:cNvPr id="3" name="Image 0" descr="docs/images/age_gender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120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Insight: 여성이 약 53%로 약간 더 많으며, 30대 후반 및 40대 후반의 활동량이 많음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📍 상세 분석: 연남동</a:t>
            </a:r>
            <a:endParaRPr lang="en-US" sz="2200" dirty="0"/>
          </a:p>
        </p:txBody>
      </p:sp>
      <p:pic>
        <p:nvPicPr>
          <p:cNvPr id="3" name="Image 0" descr="docs/images/targets/연남동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206240" cy="3200400"/>
          </a:xfrm>
          <a:prstGeom prst="rect">
            <a:avLst/>
          </a:prstGeom>
        </p:spPr>
      </p:pic>
      <p:pic>
        <p:nvPicPr>
          <p:cNvPr id="4" name="Image 1" descr="docs/images/targets/연남동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20624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왼쪽: 시간대별 총 인구 흐름 | 오른쪽: 연령대별-시간대별 밀집도 히트맵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📍 상세 분석: 성수1가1동</a:t>
            </a:r>
            <a:endParaRPr lang="en-US" sz="2200" dirty="0"/>
          </a:p>
        </p:txBody>
      </p:sp>
      <p:pic>
        <p:nvPicPr>
          <p:cNvPr id="3" name="Image 0" descr="docs/images/targets/성수1가1동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206240" cy="3200400"/>
          </a:xfrm>
          <a:prstGeom prst="rect">
            <a:avLst/>
          </a:prstGeom>
        </p:spPr>
      </p:pic>
      <p:pic>
        <p:nvPicPr>
          <p:cNvPr id="4" name="Image 1" descr="docs/images/targets/성수1가1동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20624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왼쪽: 시간대별 총 인구 흐름 | 오른쪽: 연령대별-시간대별 밀집도 히트맵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📍 상세 분석: 성수1가2동</a:t>
            </a:r>
            <a:endParaRPr lang="en-US" sz="2200" dirty="0"/>
          </a:p>
        </p:txBody>
      </p:sp>
      <p:pic>
        <p:nvPicPr>
          <p:cNvPr id="3" name="Image 0" descr="docs/images/targets/성수1가2동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206240" cy="3200400"/>
          </a:xfrm>
          <a:prstGeom prst="rect">
            <a:avLst/>
          </a:prstGeom>
        </p:spPr>
      </p:pic>
      <p:pic>
        <p:nvPicPr>
          <p:cNvPr id="4" name="Image 1" descr="docs/images/targets/성수1가2동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20624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왼쪽: 시간대별 총 인구 흐름 | 오른쪽: 연령대별-시간대별 밀집도 히트맵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📍 상세 분석: 성수2가1동</a:t>
            </a:r>
            <a:endParaRPr lang="en-US" sz="2200" dirty="0"/>
          </a:p>
        </p:txBody>
      </p:sp>
      <p:pic>
        <p:nvPicPr>
          <p:cNvPr id="3" name="Image 0" descr="docs/images/targets/성수2가1동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206240" cy="3200400"/>
          </a:xfrm>
          <a:prstGeom prst="rect">
            <a:avLst/>
          </a:prstGeom>
        </p:spPr>
      </p:pic>
      <p:pic>
        <p:nvPicPr>
          <p:cNvPr id="4" name="Image 1" descr="docs/images/targets/성수2가1동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20624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왼쪽: 시간대별 총 인구 흐름 | 오른쪽: 연령대별-시간대별 밀집도 히트맵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📍 상세 분석: 성수2가3동</a:t>
            </a:r>
            <a:endParaRPr lang="en-US" sz="2200" dirty="0"/>
          </a:p>
        </p:txBody>
      </p:sp>
      <p:pic>
        <p:nvPicPr>
          <p:cNvPr id="3" name="Image 0" descr="docs/images/targets/성수2가3동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206240" cy="3200400"/>
          </a:xfrm>
          <a:prstGeom prst="rect">
            <a:avLst/>
          </a:prstGeom>
        </p:spPr>
      </p:pic>
      <p:pic>
        <p:nvPicPr>
          <p:cNvPr id="4" name="Image 1" descr="docs/images/targets/성수2가3동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20624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왼쪽: 시간대별 총 인구 흐름 | 오른쪽: 연령대별-시간대별 밀집도 히트맵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📍 상세 분석: 역삼1동</a:t>
            </a:r>
            <a:endParaRPr lang="en-US" sz="2200" dirty="0"/>
          </a:p>
        </p:txBody>
      </p:sp>
      <p:pic>
        <p:nvPicPr>
          <p:cNvPr id="3" name="Image 0" descr="docs/images/targets/역삼1동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206240" cy="3200400"/>
          </a:xfrm>
          <a:prstGeom prst="rect">
            <a:avLst/>
          </a:prstGeom>
        </p:spPr>
      </p:pic>
      <p:pic>
        <p:nvPicPr>
          <p:cNvPr id="4" name="Image 1" descr="docs/images/targets/역삼1동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20624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왼쪽: 시간대별 총 인구 흐름 | 오른쪽: 연령대별-시간대별 밀집도 히트맵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📍 상세 분석: 역삼2동</a:t>
            </a:r>
            <a:endParaRPr lang="en-US" sz="2200" dirty="0"/>
          </a:p>
        </p:txBody>
      </p:sp>
      <p:pic>
        <p:nvPicPr>
          <p:cNvPr id="3" name="Image 0" descr="docs/images/targets/역삼2동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206240" cy="3200400"/>
          </a:xfrm>
          <a:prstGeom prst="rect">
            <a:avLst/>
          </a:prstGeom>
        </p:spPr>
      </p:pic>
      <p:pic>
        <p:nvPicPr>
          <p:cNvPr id="4" name="Image 1" descr="docs/images/targets/역삼2동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20624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왼쪽: 시간대별 총 인구 흐름 | 오른쪽: 연령대별-시간대별 밀집도 히트맵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 생활인구 EDA</dc:title>
  <dc:subject>PptxGenJS Presentation</dc:subject>
  <dc:creator>PptxGenJS</dc:creator>
  <cp:lastModifiedBy>PptxGenJS</cp:lastModifiedBy>
  <cp:revision>1</cp:revision>
  <dcterms:created xsi:type="dcterms:W3CDTF">2026-02-28T08:35:49Z</dcterms:created>
  <dcterms:modified xsi:type="dcterms:W3CDTF">2026-02-28T08:35:49Z</dcterms:modified>
</cp:coreProperties>
</file>